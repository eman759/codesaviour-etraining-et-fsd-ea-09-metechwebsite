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62489-CAF5-48F2-92CD-77F17F692A2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0652A-572B-4ACF-BB05-3DB6A4FAE80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ME Technologies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 dirty="0" smtClean="0"/>
              <a:t>Engineering Services &amp; Technical Training Website</a:t>
            </a:r>
            <a:endParaRPr lang="en-US" sz="5600" dirty="0" smtClean="0"/>
          </a:p>
          <a:p>
            <a:r>
              <a:rPr lang="en-US" sz="5600" dirty="0" smtClean="0"/>
              <a:t>Full Stack Web Development Project</a:t>
            </a:r>
            <a:endParaRPr lang="en-US" sz="5600" dirty="0" smtClean="0"/>
          </a:p>
          <a:p>
            <a:r>
              <a:rPr lang="en-US" sz="5600" dirty="0" smtClean="0"/>
              <a:t>Submitted by: Eman Akhtar</a:t>
            </a:r>
            <a:endParaRPr lang="en-US" sz="5600" dirty="0" smtClean="0"/>
          </a:p>
          <a:p>
            <a:r>
              <a:rPr lang="en-US" sz="5600" dirty="0" smtClean="0"/>
              <a:t>Student ID: ET-FSD-EA-09</a:t>
            </a:r>
            <a:endParaRPr lang="en-US" sz="5600" dirty="0" smtClean="0"/>
          </a:p>
          <a:p>
            <a:r>
              <a:rPr lang="en-US" sz="5600" dirty="0" smtClean="0"/>
              <a:t>Project Repository: </a:t>
            </a:r>
            <a:r>
              <a:rPr lang="en-US" altLang="en-US" sz="5600" dirty="0" smtClean="0"/>
              <a:t>https://github.com/eman759/codesaviour-ETraining-ET-FSD-EA-09-METechWebsite</a:t>
            </a:r>
            <a:endParaRPr lang="en-US" altLang="en-US" sz="5600" dirty="0" smtClean="0"/>
          </a:p>
          <a:p>
            <a:r>
              <a:rPr lang="en-US" sz="5600" dirty="0" smtClean="0"/>
              <a:t>Project Year: 2026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305342"/>
            <a:ext cx="6096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Project Overview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ME Technologies is a full-stack website designed to present engineering services and technical training information in a professional and user-friendly way.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Main Features</a:t>
            </a:r>
            <a:endParaRPr lang="en-US" b="1" dirty="0" smtClean="0"/>
          </a:p>
          <a:p>
            <a:r>
              <a:rPr lang="en-US" dirty="0" smtClean="0"/>
              <a:t>• Company information and service listings</a:t>
            </a:r>
            <a:endParaRPr lang="en-US" dirty="0" smtClean="0"/>
          </a:p>
          <a:p>
            <a:r>
              <a:rPr lang="en-US" dirty="0" smtClean="0"/>
              <a:t>• EV charging and engineering solutions</a:t>
            </a:r>
            <a:endParaRPr lang="en-US" dirty="0" smtClean="0"/>
          </a:p>
          <a:p>
            <a:r>
              <a:rPr lang="en-US" dirty="0" smtClean="0"/>
              <a:t>• Technical training information</a:t>
            </a:r>
            <a:endParaRPr lang="en-US" dirty="0" smtClean="0"/>
          </a:p>
          <a:p>
            <a:r>
              <a:rPr lang="en-US" dirty="0" smtClean="0"/>
              <a:t>• Blog and contact sections</a:t>
            </a:r>
            <a:endParaRPr lang="en-US" dirty="0" smtClean="0"/>
          </a:p>
          <a:p>
            <a:r>
              <a:rPr lang="en-US" dirty="0" smtClean="0"/>
              <a:t>• Admin login and contact lead management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Project Goal</a:t>
            </a:r>
            <a:r>
              <a:rPr lang="en-US" dirty="0" smtClean="0"/>
              <a:t>: To create a functional online platform for visitors and administrators.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720840"/>
            <a:ext cx="6096000" cy="35086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Project Objectives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The project aims to provide a clear digital presence for an engineering and training company.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Present company details and engineering services.</a:t>
            </a:r>
            <a:endParaRPr lang="en-US" dirty="0" smtClean="0"/>
          </a:p>
          <a:p>
            <a:r>
              <a:rPr lang="en-US" dirty="0" smtClean="0"/>
              <a:t>• Help visitors explore technical training opportunities.</a:t>
            </a:r>
            <a:endParaRPr lang="en-US" dirty="0" smtClean="0"/>
          </a:p>
          <a:p>
            <a:r>
              <a:rPr lang="en-US" dirty="0" smtClean="0"/>
              <a:t>• Collect customer enquiries through an online contact form.</a:t>
            </a:r>
            <a:endParaRPr lang="en-US" dirty="0" smtClean="0"/>
          </a:p>
          <a:p>
            <a:r>
              <a:rPr lang="en-US" dirty="0" smtClean="0"/>
              <a:t>• Store enquiry information in a database.</a:t>
            </a:r>
            <a:endParaRPr lang="en-US" dirty="0" smtClean="0"/>
          </a:p>
          <a:p>
            <a:r>
              <a:rPr lang="en-US" dirty="0" smtClean="0"/>
              <a:t>• Allow the administrator to review enquiries and update their status.</a:t>
            </a:r>
            <a:endParaRPr lang="en-US" dirty="0" smtClean="0"/>
          </a:p>
          <a:p>
            <a:r>
              <a:rPr lang="en-US" dirty="0" smtClean="0"/>
              <a:t>• Build practical full-stack development skills.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00252" y="586719"/>
            <a:ext cx="6096000" cy="57246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Technology Stack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b="1" dirty="0" smtClean="0"/>
              <a:t>Frontend</a:t>
            </a:r>
            <a:endParaRPr lang="en-US" b="1" dirty="0" smtClean="0"/>
          </a:p>
          <a:p>
            <a:r>
              <a:rPr lang="en-US" dirty="0" smtClean="0"/>
              <a:t>• React — builds the interactive user interface.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 smtClean="0"/>
              <a:t>Vite</a:t>
            </a:r>
            <a:r>
              <a:rPr lang="en-US" dirty="0" smtClean="0"/>
              <a:t> — runs the frontend development server.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Backend</a:t>
            </a:r>
            <a:endParaRPr lang="en-US" b="1" dirty="0" smtClean="0"/>
          </a:p>
          <a:p>
            <a:r>
              <a:rPr lang="en-US" dirty="0" smtClean="0"/>
              <a:t>• Node.js — runs JavaScript on the server.</a:t>
            </a:r>
            <a:endParaRPr lang="en-US" dirty="0" smtClean="0"/>
          </a:p>
          <a:p>
            <a:r>
              <a:rPr lang="en-US" dirty="0" smtClean="0"/>
              <a:t>• Express.js — provides API routes and handles HTTP requests.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Database</a:t>
            </a:r>
            <a:endParaRPr lang="en-US" b="1" dirty="0" smtClean="0"/>
          </a:p>
          <a:p>
            <a:r>
              <a:rPr lang="en-US" dirty="0" smtClean="0"/>
              <a:t>• MongoDB Atlas — stores application data.</a:t>
            </a:r>
            <a:endParaRPr lang="en-US" dirty="0" smtClean="0"/>
          </a:p>
          <a:p>
            <a:r>
              <a:rPr lang="en-US" dirty="0" smtClean="0"/>
              <a:t>• Mongoose — defines models and communicates with MongoDB.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Authentication &amp; Development Tools</a:t>
            </a:r>
            <a:endParaRPr lang="en-US" b="1" dirty="0" smtClean="0"/>
          </a:p>
          <a:p>
            <a:r>
              <a:rPr lang="en-US" dirty="0" smtClean="0"/>
              <a:t>• JWT and </a:t>
            </a:r>
            <a:r>
              <a:rPr lang="en-US" dirty="0" err="1" smtClean="0"/>
              <a:t>bcryptjs</a:t>
            </a:r>
            <a:r>
              <a:rPr lang="en-US" dirty="0" smtClean="0"/>
              <a:t> for admin authentication.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and GitHub for version control.</a:t>
            </a:r>
            <a:endParaRPr lang="en-US" dirty="0" smtClean="0"/>
          </a:p>
          <a:p>
            <a:r>
              <a:rPr lang="en-US" dirty="0" smtClean="0"/>
              <a:t>• Visual Studio Code and Postman for development and API testing.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305342"/>
            <a:ext cx="6096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Website Pages &amp; User Interface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The website provides visitors with organized company information and easy navigation.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Home</a:t>
            </a:r>
            <a:r>
              <a:rPr lang="en-US" dirty="0" smtClean="0"/>
              <a:t>: Introduction and main engineering message.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About Us</a:t>
            </a:r>
            <a:r>
              <a:rPr lang="en-US" dirty="0" smtClean="0"/>
              <a:t>: Company overview and working approach.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Services</a:t>
            </a:r>
            <a:r>
              <a:rPr lang="en-US" dirty="0" smtClean="0"/>
              <a:t>: Engineering services retrieved from the backend.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EV Charging</a:t>
            </a:r>
            <a:r>
              <a:rPr lang="en-US" dirty="0" smtClean="0"/>
              <a:t>: Information about EV charging solutions.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Training</a:t>
            </a:r>
            <a:r>
              <a:rPr lang="en-US" dirty="0" smtClean="0"/>
              <a:t>: Technical courses and training information.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Blog</a:t>
            </a:r>
            <a:r>
              <a:rPr lang="en-US" dirty="0" smtClean="0"/>
              <a:t>: Blog highlights and technical content.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Contact</a:t>
            </a:r>
            <a:r>
              <a:rPr lang="en-US" dirty="0" smtClean="0"/>
              <a:t>: Form for submitting enquiries.</a:t>
            </a:r>
            <a:endParaRPr lang="en-US" dirty="0" smtClean="0"/>
          </a:p>
          <a:p>
            <a:r>
              <a:rPr lang="en-US" b="1" dirty="0" smtClean="0"/>
              <a:t>• Footer</a:t>
            </a:r>
            <a:r>
              <a:rPr lang="en-US" dirty="0" smtClean="0"/>
              <a:t>: Quick links and contact information.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navigation menu also supports smaller screens.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166843"/>
            <a:ext cx="6096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Backend &amp; REST APIs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The backend is built with Node.js and Express.js and communicates with the frontend through HTTP APIs.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Key Backend Functions</a:t>
            </a:r>
            <a:endParaRPr lang="en-US" b="1" dirty="0" smtClean="0"/>
          </a:p>
          <a:p>
            <a:r>
              <a:rPr lang="en-US" dirty="0" smtClean="0"/>
              <a:t>• Admin login through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/login</a:t>
            </a:r>
            <a:endParaRPr lang="en-US" dirty="0" smtClean="0"/>
          </a:p>
          <a:p>
            <a:r>
              <a:rPr lang="en-US" dirty="0" smtClean="0"/>
              <a:t>• Services through /</a:t>
            </a:r>
            <a:r>
              <a:rPr lang="en-US" dirty="0" err="1" smtClean="0"/>
              <a:t>api</a:t>
            </a:r>
            <a:r>
              <a:rPr lang="en-US" dirty="0" smtClean="0"/>
              <a:t>/services</a:t>
            </a:r>
            <a:endParaRPr lang="en-US" dirty="0" smtClean="0"/>
          </a:p>
          <a:p>
            <a:r>
              <a:rPr lang="en-US" dirty="0" smtClean="0"/>
              <a:t>• Courses through /</a:t>
            </a:r>
            <a:r>
              <a:rPr lang="en-US" dirty="0" err="1" smtClean="0"/>
              <a:t>api</a:t>
            </a:r>
            <a:r>
              <a:rPr lang="en-US" dirty="0" smtClean="0"/>
              <a:t>/courses</a:t>
            </a:r>
            <a:endParaRPr lang="en-US" dirty="0" smtClean="0"/>
          </a:p>
          <a:p>
            <a:r>
              <a:rPr lang="en-US" dirty="0" smtClean="0"/>
              <a:t>• Projects through /</a:t>
            </a:r>
            <a:r>
              <a:rPr lang="en-US" dirty="0" err="1" smtClean="0"/>
              <a:t>api</a:t>
            </a:r>
            <a:r>
              <a:rPr lang="en-US" dirty="0" smtClean="0"/>
              <a:t>/projects</a:t>
            </a:r>
            <a:endParaRPr lang="en-US" dirty="0" smtClean="0"/>
          </a:p>
          <a:p>
            <a:r>
              <a:rPr lang="en-US" dirty="0" smtClean="0"/>
              <a:t>• Blog posts through /</a:t>
            </a:r>
            <a:r>
              <a:rPr lang="en-US" dirty="0" err="1" smtClean="0"/>
              <a:t>api</a:t>
            </a:r>
            <a:r>
              <a:rPr lang="en-US" dirty="0" smtClean="0"/>
              <a:t>/posts</a:t>
            </a:r>
            <a:endParaRPr lang="en-US" dirty="0" smtClean="0"/>
          </a:p>
          <a:p>
            <a:r>
              <a:rPr lang="en-US" dirty="0" smtClean="0"/>
              <a:t>• Contact leads through /</a:t>
            </a:r>
            <a:r>
              <a:rPr lang="en-US" dirty="0" err="1" smtClean="0"/>
              <a:t>api</a:t>
            </a:r>
            <a:r>
              <a:rPr lang="en-US" dirty="0" smtClean="0"/>
              <a:t>/leads</a:t>
            </a:r>
            <a:endParaRPr lang="en-US" dirty="0" smtClean="0"/>
          </a:p>
          <a:p>
            <a:r>
              <a:rPr lang="en-US" dirty="0" smtClean="0"/>
              <a:t>• Enrollments through /</a:t>
            </a:r>
            <a:r>
              <a:rPr lang="en-US" dirty="0" err="1" smtClean="0"/>
              <a:t>api</a:t>
            </a:r>
            <a:r>
              <a:rPr lang="en-US" dirty="0" smtClean="0"/>
              <a:t>/enrollments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server connects to MongoDB Atlas to store and retrieve application data.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166843"/>
            <a:ext cx="6096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Database Design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MongoDB stores the information used by the website and its backend.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Main Data Models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User</a:t>
            </a:r>
            <a:r>
              <a:rPr lang="en-US" dirty="0" smtClean="0"/>
              <a:t>: Administrator account and role.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Service</a:t>
            </a:r>
            <a:r>
              <a:rPr lang="en-US" dirty="0" smtClean="0"/>
              <a:t>: Engineering service information.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Course</a:t>
            </a:r>
            <a:r>
              <a:rPr lang="en-US" dirty="0" smtClean="0"/>
              <a:t>: Training course details.</a:t>
            </a:r>
            <a:endParaRPr lang="en-US" dirty="0" smtClean="0"/>
          </a:p>
          <a:p>
            <a:r>
              <a:rPr lang="en-US" b="1" dirty="0" smtClean="0"/>
              <a:t>• Enrollment</a:t>
            </a:r>
            <a:r>
              <a:rPr lang="en-US" dirty="0" smtClean="0"/>
              <a:t>: Student enrolment records.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Project</a:t>
            </a:r>
            <a:r>
              <a:rPr lang="en-US" dirty="0" smtClean="0"/>
              <a:t>: Engineering project information.</a:t>
            </a:r>
            <a:endParaRPr lang="en-US" dirty="0" smtClean="0"/>
          </a:p>
          <a:p>
            <a:r>
              <a:rPr lang="en-US" dirty="0" smtClean="0"/>
              <a:t>• </a:t>
            </a:r>
            <a:r>
              <a:rPr lang="en-US" b="1" dirty="0" smtClean="0"/>
              <a:t>Post</a:t>
            </a:r>
            <a:r>
              <a:rPr lang="en-US" dirty="0" smtClean="0"/>
              <a:t>: Blog content.</a:t>
            </a:r>
            <a:endParaRPr lang="en-US" dirty="0" smtClean="0"/>
          </a:p>
          <a:p>
            <a:r>
              <a:rPr lang="en-US" b="1" dirty="0" smtClean="0"/>
              <a:t>• Lead</a:t>
            </a:r>
            <a:r>
              <a:rPr lang="en-US" dirty="0" smtClean="0"/>
              <a:t>: Contact enquiries and their statuses.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Mongoose schemas define the structure and validation rules for stored records.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82341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Admin Login &amp; Dashboard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The admin area allows the administrator to sign in and review submitted contact enquiries.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Login Workflow</a:t>
            </a:r>
            <a:endParaRPr lang="en-US" b="1" dirty="0" smtClean="0"/>
          </a:p>
          <a:p>
            <a:r>
              <a:rPr lang="en-US" dirty="0" smtClean="0"/>
              <a:t>1. Enter the administrator email and password.</a:t>
            </a:r>
            <a:endParaRPr lang="en-US" dirty="0" smtClean="0"/>
          </a:p>
          <a:p>
            <a:r>
              <a:rPr lang="en-US" dirty="0" smtClean="0"/>
              <a:t>2. The backend checks the credentials.</a:t>
            </a:r>
            <a:endParaRPr lang="en-US" dirty="0" smtClean="0"/>
          </a:p>
          <a:p>
            <a:r>
              <a:rPr lang="en-US" dirty="0" smtClean="0"/>
              <a:t>3. A JWT is returned after successful authentication.</a:t>
            </a:r>
            <a:endParaRPr lang="en-US" dirty="0" smtClean="0"/>
          </a:p>
          <a:p>
            <a:r>
              <a:rPr lang="en-US" dirty="0" smtClean="0"/>
              <a:t>4. The admin dashboard loads the available leads.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Admin Page</a:t>
            </a:r>
            <a:r>
              <a:rPr lang="en-US" dirty="0" smtClean="0"/>
              <a:t>: /admin</a:t>
            </a:r>
            <a:endParaRPr lang="en-US" dirty="0" smtClean="0"/>
          </a:p>
          <a:p>
            <a:r>
              <a:rPr lang="en-US" b="1" dirty="0" smtClean="0"/>
              <a:t>Login API</a:t>
            </a:r>
            <a:r>
              <a:rPr lang="en-US" dirty="0" smtClean="0"/>
              <a:t>: POST /</a:t>
            </a:r>
            <a:r>
              <a:rPr lang="en-US" dirty="0" err="1" smtClean="0"/>
              <a:t>api</a:t>
            </a:r>
            <a:r>
              <a:rPr lang="en-US" dirty="0" smtClean="0"/>
              <a:t>/</a:t>
            </a:r>
            <a:r>
              <a:rPr lang="en-US" dirty="0" err="1" smtClean="0"/>
              <a:t>auth</a:t>
            </a:r>
            <a:r>
              <a:rPr lang="en-US" dirty="0" smtClean="0"/>
              <a:t>/login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Contact Lead Management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Visitors can submit enquiries through the contact form. The backend saves each valid enquiry in MongoDB.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Admin Capabilities Demonstrated</a:t>
            </a:r>
            <a:endParaRPr lang="en-US" b="1" dirty="0" smtClean="0"/>
          </a:p>
          <a:p>
            <a:r>
              <a:rPr lang="en-US" dirty="0" smtClean="0"/>
              <a:t>• View submitted contact leads.</a:t>
            </a:r>
            <a:endParaRPr lang="en-US" dirty="0" smtClean="0"/>
          </a:p>
          <a:p>
            <a:r>
              <a:rPr lang="en-US" dirty="0" smtClean="0"/>
              <a:t>• Review names, emails, phone numbers, and messages.</a:t>
            </a:r>
            <a:endParaRPr lang="en-US" dirty="0" smtClean="0"/>
          </a:p>
          <a:p>
            <a:r>
              <a:rPr lang="en-US" dirty="0" smtClean="0"/>
              <a:t>• Change a lead's status.</a:t>
            </a:r>
            <a:endParaRPr lang="en-US" dirty="0" smtClean="0"/>
          </a:p>
          <a:p>
            <a:r>
              <a:rPr lang="en-US" dirty="0" smtClean="0"/>
              <a:t>• Use the available statuses: New, Contacted, and Closed.</a:t>
            </a:r>
            <a:endParaRPr lang="en-US" dirty="0" smtClean="0"/>
          </a:p>
          <a:p>
            <a:r>
              <a:rPr lang="en-US" dirty="0" smtClean="0"/>
              <a:t>• Refresh the list and confirm that status changes persist.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workflow helps demonstrate communication between the frontend, backend, and database.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Testing &amp; Results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The project was tested locally during development.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Confirmed that the backend server starts.</a:t>
            </a:r>
            <a:endParaRPr lang="en-US" dirty="0" smtClean="0"/>
          </a:p>
          <a:p>
            <a:r>
              <a:rPr lang="en-US" dirty="0" smtClean="0"/>
              <a:t>• Confirmed the MongoDB Atlas connection.</a:t>
            </a:r>
            <a:endParaRPr lang="en-US" dirty="0" smtClean="0"/>
          </a:p>
          <a:p>
            <a:r>
              <a:rPr lang="en-US" dirty="0" smtClean="0"/>
              <a:t>• Checked the services API response.</a:t>
            </a:r>
            <a:endParaRPr lang="en-US" dirty="0" smtClean="0"/>
          </a:p>
          <a:p>
            <a:r>
              <a:rPr lang="en-US" dirty="0" smtClean="0"/>
              <a:t>• Tested administrator login in Postman.</a:t>
            </a:r>
            <a:endParaRPr lang="en-US" dirty="0" smtClean="0"/>
          </a:p>
          <a:p>
            <a:r>
              <a:rPr lang="en-US" dirty="0" smtClean="0"/>
              <a:t>• Opened the admin dashboard in the browser.</a:t>
            </a:r>
            <a:endParaRPr lang="en-US" dirty="0" smtClean="0"/>
          </a:p>
          <a:p>
            <a:r>
              <a:rPr lang="en-US" dirty="0" smtClean="0"/>
              <a:t>• Verified that contact leads appear.</a:t>
            </a:r>
            <a:endParaRPr lang="en-US" dirty="0" smtClean="0"/>
          </a:p>
          <a:p>
            <a:r>
              <a:rPr lang="en-US" dirty="0" smtClean="0"/>
              <a:t>• Tested changing a lead status and refreshing the dashboard.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These checks confirm that the main website and lead-management workflow operate locally.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166843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How to Run the Project</a:t>
            </a:r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b="1" dirty="0" smtClean="0"/>
              <a:t>Step 1 — Start the Backend</a:t>
            </a:r>
            <a:endParaRPr lang="en-US" b="1" dirty="0" smtClean="0"/>
          </a:p>
          <a:p>
            <a:r>
              <a:rPr lang="en-US" dirty="0" smtClean="0"/>
              <a:t>Open a terminal in the server folder and run:</a:t>
            </a:r>
            <a:endParaRPr lang="en-US" dirty="0" smtClean="0"/>
          </a:p>
          <a:p>
            <a:r>
              <a:rPr lang="en-US" dirty="0" smtClean="0"/>
              <a:t>node server.js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Step 2 — Start the Frontend</a:t>
            </a:r>
            <a:endParaRPr lang="en-US" b="1" dirty="0" smtClean="0"/>
          </a:p>
          <a:p>
            <a:r>
              <a:rPr lang="en-US" dirty="0" smtClean="0"/>
              <a:t>Open a second terminal in the client folder and run:</a:t>
            </a:r>
            <a:endParaRPr lang="en-US" dirty="0" smtClean="0"/>
          </a:p>
          <a:p>
            <a:r>
              <a:rPr lang="en-US" dirty="0" err="1" smtClean="0"/>
              <a:t>npm</a:t>
            </a:r>
            <a:r>
              <a:rPr lang="en-US" dirty="0" smtClean="0"/>
              <a:t> run dev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Step 3 — Open the Website</a:t>
            </a:r>
            <a:endParaRPr lang="en-US" b="1" dirty="0" smtClean="0"/>
          </a:p>
          <a:p>
            <a:r>
              <a:rPr lang="en-US" dirty="0" smtClean="0"/>
              <a:t>Website: http://localhost:5173</a:t>
            </a:r>
            <a:endParaRPr lang="en-US" dirty="0" smtClean="0"/>
          </a:p>
          <a:p>
            <a:r>
              <a:rPr lang="en-US" dirty="0" smtClean="0"/>
              <a:t>Admin page: http://localhost:5173/admin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Environment variables and database credentials must remain in .</a:t>
            </a:r>
            <a:r>
              <a:rPr lang="en-US" dirty="0" err="1" smtClean="0"/>
              <a:t>env</a:t>
            </a:r>
            <a:r>
              <a:rPr lang="en-US" dirty="0" smtClean="0"/>
              <a:t> and must not be uploaded to GitHub.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335846"/>
            <a:ext cx="6096000" cy="54463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Conclusion</a:t>
            </a:r>
            <a:endParaRPr lang="en-US" sz="2400" b="1" dirty="0" smtClean="0"/>
          </a:p>
          <a:p>
            <a:endParaRPr lang="en-US" dirty="0" smtClean="0"/>
          </a:p>
          <a:p>
            <a:r>
              <a:rPr lang="en-US" dirty="0" smtClean="0"/>
              <a:t>This project provided practical experience in building a full-stack website with a React frontend, Express backend, and MongoDB database.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Completed and Demonstrated</a:t>
            </a:r>
            <a:endParaRPr lang="en-US" dirty="0" smtClean="0"/>
          </a:p>
          <a:p>
            <a:r>
              <a:rPr lang="en-US" dirty="0" smtClean="0"/>
              <a:t>• Public company website and contact form.</a:t>
            </a:r>
            <a:endParaRPr lang="en-US" dirty="0" smtClean="0"/>
          </a:p>
          <a:p>
            <a:r>
              <a:rPr lang="en-US" dirty="0" smtClean="0"/>
              <a:t>• Backend APIs and database connection.</a:t>
            </a:r>
            <a:endParaRPr lang="en-US" dirty="0" smtClean="0"/>
          </a:p>
          <a:p>
            <a:r>
              <a:rPr lang="en-US" dirty="0" smtClean="0"/>
              <a:t>• Admin login.</a:t>
            </a:r>
            <a:endParaRPr lang="en-US" dirty="0" smtClean="0"/>
          </a:p>
          <a:p>
            <a:r>
              <a:rPr lang="en-US" dirty="0" smtClean="0"/>
              <a:t>• Lead listing and status updates.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GitHub Repository: </a:t>
            </a:r>
            <a:r>
              <a:rPr lang="en-US" altLang="en-US" dirty="0" smtClean="0"/>
              <a:t>https://github.com/eman759/codesaviour-ETraining-ET-FSD-EA-09-METechWebsite</a:t>
            </a:r>
            <a:endParaRPr lang="en-US" altLang="en-US" dirty="0" smtClean="0"/>
          </a:p>
          <a:p>
            <a:r>
              <a:rPr lang="en-US" dirty="0" smtClean="0"/>
              <a:t>Demo Video: </a:t>
            </a:r>
            <a:r>
              <a:rPr lang="en-US" altLang="en-US" dirty="0" smtClean="0"/>
              <a:t>https://drive.google.com/file/d/1154jijfPKURekDtBAs0sb5gW0vFydcwI/view?usp=sharing</a:t>
            </a:r>
            <a:endParaRPr lang="en-US" altLang="en-US" dirty="0" smtClean="0"/>
          </a:p>
          <a:p>
            <a:endParaRPr lang="en-US" dirty="0" smtClean="0"/>
          </a:p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5310</Words>
  <Application>WPS Presentation</Application>
  <PresentationFormat>Widescreen</PresentationFormat>
  <Paragraphs>168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ME Technologies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Technologies</dc:title>
  <dc:creator>eman akhtar</dc:creator>
  <cp:lastModifiedBy>emana</cp:lastModifiedBy>
  <cp:revision>7</cp:revision>
  <dcterms:created xsi:type="dcterms:W3CDTF">2026-10-18T10:39:00Z</dcterms:created>
  <dcterms:modified xsi:type="dcterms:W3CDTF">2026-10-18T12:24:26Z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E196DE7341A246B9930A6DCC7A333761_12</vt:lpwstr>
  </property>
  <property fmtid="{D5CDD505-2E9C-101B-9397-08002B2CF9AE}" pid="3" name="KSOProductBuildVer">
    <vt:lpwstr>1033-12.1.0.29162</vt:lpwstr>
  </property>
</Properties>
</file>